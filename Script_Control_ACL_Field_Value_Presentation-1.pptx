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70100" y="1620520"/>
            <a:ext cx="342011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7" b="1" sz="2400">
                <a:solidFill>
                  <a:srgbClr val="000000"/>
                </a:solidFill>
                <a:latin typeface="Roboto"/>
              </a:rPr>
              <a:t>SCRIPT CONTROL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519" y="2192020"/>
            <a:ext cx="558927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b="1" sz="2400">
                <a:solidFill>
                  <a:srgbClr val="000000"/>
                </a:solidFill>
                <a:latin typeface="Roboto"/>
              </a:rPr>
              <a:t>Restrict Records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5320" y="3016250"/>
            <a:ext cx="3709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00">
                <a:solidFill>
                  <a:srgbClr val="444444"/>
                </a:solidFill>
                <a:latin typeface="Roboto"/>
              </a:rPr>
              <a:t>Project Presentation &amp; User Acceptance Testing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892550"/>
            <a:ext cx="5844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444444"/>
                </a:solidFill>
                <a:latin typeface="Roboto"/>
              </a:rPr>
              <a:t>Prepared from the uploaded UAT template structure, covering project overview,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1339" y="4121150"/>
            <a:ext cx="3896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444444"/>
                </a:solidFill>
                <a:latin typeface="Roboto"/>
              </a:rPr>
              <a:t>scope, environment, test cases, bug tracking and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2140" y="10288270"/>
            <a:ext cx="1256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00">
                <a:solidFill>
                  <a:srgbClr val="000000"/>
                </a:solidFill>
                <a:latin typeface="Roboto"/>
              </a:rPr>
              <a:t>Script Control ACL •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699770"/>
            <a:ext cx="1992630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700">
                <a:solidFill>
                  <a:srgbClr val="000000"/>
                </a:solidFill>
                <a:latin typeface="Roboto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61720"/>
            <a:ext cx="447675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1050">
                <a:solidFill>
                  <a:srgbClr val="000000"/>
                </a:solidFill>
                <a:latin typeface="Roboto"/>
              </a:rPr>
              <a:t>Project Name:</a:t>
            </a:r>
            <a:r>
              <a:rPr spc="7" sz="1050">
                <a:solidFill>
                  <a:srgbClr val="000000"/>
                </a:solidFill>
                <a:latin typeface="Roboto"/>
              </a:rPr>
              <a:t> Script Control ACL – Restrict Records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341120"/>
            <a:ext cx="563245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050">
                <a:solidFill>
                  <a:srgbClr val="000000"/>
                </a:solidFill>
                <a:latin typeface="Roboto"/>
              </a:rPr>
              <a:t>Objective:</a:t>
            </a:r>
            <a:r>
              <a:rPr spc="-6" sz="1050">
                <a:solidFill>
                  <a:srgbClr val="000000"/>
                </a:solidFill>
                <a:latin typeface="Roboto"/>
              </a:rPr>
              <a:t> Implement access control so that record visibility or access is controlled dynamically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44320"/>
            <a:ext cx="28168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according to the value stored in a selected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823720"/>
            <a:ext cx="59448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050">
                <a:solidFill>
                  <a:srgbClr val="000000"/>
                </a:solidFill>
                <a:latin typeface="Roboto"/>
              </a:rPr>
              <a:t>Core Idea:</a:t>
            </a:r>
            <a:r>
              <a:rPr spc="0" sz="1050">
                <a:solidFill>
                  <a:srgbClr val="000000"/>
                </a:solidFill>
                <a:latin typeface="Roboto"/>
              </a:rPr>
              <a:t> Instead of applying the same access rule to every record, the ACL/script evaluates a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026920"/>
            <a:ext cx="51371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value and determines whether the current user should be allowed to access the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306320"/>
            <a:ext cx="607695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050">
                <a:solidFill>
                  <a:srgbClr val="000000"/>
                </a:solidFill>
                <a:latin typeface="Roboto"/>
              </a:rPr>
              <a:t>Expected Benefit:</a:t>
            </a:r>
            <a:r>
              <a:rPr spc="1" sz="1050">
                <a:solidFill>
                  <a:srgbClr val="000000"/>
                </a:solidFill>
                <a:latin typeface="Roboto"/>
              </a:rPr>
              <a:t> More granular record-level security, consistent enforcement, and reduced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509520"/>
            <a:ext cx="121538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50">
                <a:solidFill>
                  <a:srgbClr val="000000"/>
                </a:solidFill>
                <a:latin typeface="Roboto"/>
              </a:rPr>
              <a:t>of restricted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833370"/>
            <a:ext cx="188341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700">
                <a:solidFill>
                  <a:srgbClr val="000000"/>
                </a:solidFill>
                <a:latin typeface="Roboto"/>
              </a:rPr>
              <a:t>2. Functional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195320"/>
            <a:ext cx="2033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• User requests or opens a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74720"/>
            <a:ext cx="18326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ACL/security rule is triggered.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754120"/>
            <a:ext cx="32931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Script reads the configured field value from the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33520"/>
            <a:ext cx="39230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The field value is compared with the permitted value or condition.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12920"/>
            <a:ext cx="27597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If the condition is satisfied, access is granted.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92320"/>
            <a:ext cx="35153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• If the condition is not satisfied, access is restricted/denied.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871720"/>
            <a:ext cx="48717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The result is logged or presented according to the application’s security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195570"/>
            <a:ext cx="210058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1700">
                <a:solidFill>
                  <a:srgbClr val="000000"/>
                </a:solidFill>
                <a:latin typeface="Roboto"/>
              </a:rPr>
              <a:t>3. Example Scenario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557520"/>
            <a:ext cx="176403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Example field:</a:t>
            </a:r>
            <a:r>
              <a:rPr spc="12" sz="1050">
                <a:solidFill>
                  <a:srgbClr val="000000"/>
                </a:solidFill>
                <a:latin typeface="Roboto"/>
              </a:rPr>
              <a:t> Access_Level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836920"/>
            <a:ext cx="141605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050">
                <a:solidFill>
                  <a:srgbClr val="000000"/>
                </a:solidFill>
                <a:latin typeface="Roboto"/>
              </a:rPr>
              <a:t>Allowed value:</a:t>
            </a:r>
            <a:r>
              <a:rPr spc="1" sz="1050">
                <a:solidFill>
                  <a:srgbClr val="000000"/>
                </a:solidFill>
                <a:latin typeface="Roboto"/>
              </a:rPr>
              <a:t> 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6116320"/>
            <a:ext cx="18161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050">
                <a:solidFill>
                  <a:srgbClr val="000000"/>
                </a:solidFill>
                <a:latin typeface="Roboto"/>
              </a:rPr>
              <a:t>Restricted value:</a:t>
            </a:r>
            <a:r>
              <a:rPr spc="-5" sz="1050">
                <a:solidFill>
                  <a:srgbClr val="000000"/>
                </a:solidFill>
                <a:latin typeface="Roboto"/>
              </a:rPr>
              <a:t>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6395720"/>
            <a:ext cx="606298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1050">
                <a:solidFill>
                  <a:srgbClr val="000000"/>
                </a:solidFill>
                <a:latin typeface="Roboto"/>
              </a:rPr>
              <a:t>Rule:</a:t>
            </a:r>
            <a:r>
              <a:rPr spc="2" sz="1050">
                <a:solidFill>
                  <a:srgbClr val="000000"/>
                </a:solidFill>
                <a:latin typeface="Roboto"/>
              </a:rPr>
              <a:t> A user may access the record only when the record’s Access_Level satisfies the configured ACL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6598920"/>
            <a:ext cx="5715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1050">
                <a:solidFill>
                  <a:srgbClr val="000000"/>
                </a:solidFill>
                <a:latin typeface="Roboto"/>
              </a:rPr>
              <a:t>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6875780"/>
            <a:ext cx="47205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950">
                <a:solidFill>
                  <a:srgbClr val="000000"/>
                </a:solidFill>
                <a:latin typeface="Roboto"/>
              </a:rPr>
              <a:t>This demonstrates the concept without depending on a specific platform implementation.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2140" y="10288270"/>
            <a:ext cx="1256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00">
                <a:solidFill>
                  <a:srgbClr val="000000"/>
                </a:solidFill>
                <a:latin typeface="Roboto"/>
              </a:rPr>
              <a:t>Script Control ACL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699770"/>
            <a:ext cx="2999740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1700">
                <a:solidFill>
                  <a:srgbClr val="000000"/>
                </a:solidFill>
                <a:latin typeface="Roboto"/>
              </a:rPr>
              <a:t>4. Script Control ACL –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62990"/>
            <a:ext cx="11188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050">
                <a:solidFill>
                  <a:srgbClr val="000000"/>
                </a:solidFill>
                <a:latin typeface="Roboto"/>
              </a:rPr>
              <a:t>Conceptual logic: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341120"/>
            <a:ext cx="407416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IF record field value matches the permitted condition </a:t>
            </a:r>
            <a:r>
              <a:rPr spc="-7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5" sz="1050">
                <a:solidFill>
                  <a:srgbClr val="000000"/>
                </a:solidFill>
                <a:latin typeface="Roboto"/>
              </a:rPr>
              <a:t> Allow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44320"/>
            <a:ext cx="14516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1050">
                <a:solidFill>
                  <a:srgbClr val="000000"/>
                </a:solidFill>
                <a:latin typeface="Roboto"/>
              </a:rPr>
              <a:t>ELSE </a:t>
            </a:r>
            <a:r>
              <a:rPr spc="3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1" sz="1050">
                <a:solidFill>
                  <a:srgbClr val="000000"/>
                </a:solidFill>
                <a:latin typeface="Roboto"/>
              </a:rPr>
              <a:t> Restrict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823720"/>
            <a:ext cx="57150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The exact script syntax depends on the target platform. The security decision should be enforced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026920"/>
            <a:ext cx="60032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server-side so that restricted records cannot be accessed simply by changing the client-side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350770"/>
            <a:ext cx="171577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700">
                <a:solidFill>
                  <a:srgbClr val="000000"/>
                </a:solidFill>
                <a:latin typeface="Roboto"/>
              </a:rPr>
              <a:t>5. Testing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12720"/>
            <a:ext cx="36195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Validate access when the field contains the permitted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992120"/>
            <a:ext cx="3938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• Validate restriction when the field contains a non-permitted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271520"/>
            <a:ext cx="29006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• Validate behavior when the field is blank or null.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550920"/>
            <a:ext cx="34709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Validate behavior for different user roles or access levels.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30320"/>
            <a:ext cx="51015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Verify that existing permissions do not unintentionally bypass the intended restriction.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109720"/>
            <a:ext cx="57683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Verify that the rule works consistently for direct record access and normal application navigation.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389120"/>
            <a:ext cx="52946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Verify both positive and negative scenarios, consistent with the uploaded UAT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12970"/>
            <a:ext cx="20637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1700">
                <a:solidFill>
                  <a:srgbClr val="000000"/>
                </a:solidFill>
                <a:latin typeface="Roboto"/>
              </a:rPr>
              <a:t>6. Test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074920"/>
            <a:ext cx="32169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Application / URL:</a:t>
            </a:r>
            <a:r>
              <a:rPr spc="4" sz="1050">
                <a:solidFill>
                  <a:srgbClr val="000000"/>
                </a:solidFill>
                <a:latin typeface="Roboto"/>
              </a:rPr>
              <a:t> [Enter application URL or location]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354320"/>
            <a:ext cx="243078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050">
                <a:solidFill>
                  <a:srgbClr val="000000"/>
                </a:solidFill>
                <a:latin typeface="Roboto"/>
              </a:rPr>
              <a:t>Environment:</a:t>
            </a:r>
            <a:r>
              <a:rPr spc="-1" sz="1050">
                <a:solidFill>
                  <a:srgbClr val="000000"/>
                </a:solidFill>
                <a:latin typeface="Roboto"/>
              </a:rPr>
              <a:t> Development / Test / 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633720"/>
            <a:ext cx="20459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050">
                <a:solidFill>
                  <a:srgbClr val="000000"/>
                </a:solidFill>
                <a:latin typeface="Roboto"/>
              </a:rPr>
              <a:t>Test User:</a:t>
            </a:r>
            <a:r>
              <a:rPr spc="5" sz="1050">
                <a:solidFill>
                  <a:srgbClr val="000000"/>
                </a:solidFill>
                <a:latin typeface="Roboto"/>
              </a:rPr>
              <a:t> [Enter test user or role]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913120"/>
            <a:ext cx="322326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050">
                <a:solidFill>
                  <a:srgbClr val="000000"/>
                </a:solidFill>
                <a:latin typeface="Roboto"/>
              </a:rPr>
              <a:t>Configuration:</a:t>
            </a:r>
            <a:r>
              <a:rPr spc="-6" sz="1050">
                <a:solidFill>
                  <a:srgbClr val="000000"/>
                </a:solidFill>
                <a:latin typeface="Roboto"/>
              </a:rPr>
              <a:t> [Enter ACL/script configuration details]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2140" y="10288270"/>
            <a:ext cx="1256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00">
                <a:solidFill>
                  <a:srgbClr val="000000"/>
                </a:solidFill>
                <a:latin typeface="Roboto"/>
              </a:rPr>
              <a:t>Script Control ACL •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699770"/>
            <a:ext cx="1883410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700">
                <a:solidFill>
                  <a:srgbClr val="000000"/>
                </a:solidFill>
                <a:latin typeface="Roboto"/>
              </a:rPr>
              <a:t>7. UAT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5480" y="1033780"/>
          <a:ext cx="6228078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970"/>
                <a:gridCol w="1979929"/>
                <a:gridCol w="2592070"/>
                <a:gridCol w="1007109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FFFFFF"/>
                          </a:solidFill>
                          <a:latin typeface="Roboto"/>
                        </a:rPr>
                        <a:t>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1f4d7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FFFFFF"/>
                          </a:solidFill>
                          <a:latin typeface="Roboto"/>
                        </a:rPr>
                        <a:t>Scenario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1f4d7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36" b="1" sz="850">
                          <a:solidFill>
                            <a:srgbClr val="FFFFFF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1f4d7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26" b="1" sz="850">
                          <a:solidFill>
                            <a:srgbClr val="FFFFFF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1f4d77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Allowed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Record is accessible.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" sz="850">
                          <a:solidFill>
                            <a:srgbClr val="000000"/>
                          </a:solidFill>
                          <a:latin typeface="Roboto"/>
                        </a:rPr>
                        <a:t>Restricted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4" sz="850">
                          <a:solidFill>
                            <a:srgbClr val="000000"/>
                          </a:solidFill>
                          <a:latin typeface="Roboto"/>
                        </a:rPr>
                        <a:t>Record access is denied/restricted.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6" sz="850">
                          <a:solidFill>
                            <a:srgbClr val="000000"/>
                          </a:solidFill>
                          <a:latin typeface="Roboto"/>
                        </a:rPr>
                        <a:t>Blank/null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6" sz="850">
                          <a:solidFill>
                            <a:srgbClr val="000000"/>
                          </a:solidFill>
                          <a:latin typeface="Roboto"/>
                        </a:rPr>
                        <a:t>System follows defined default-deny/default rule.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Different user role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2" sz="850">
                          <a:solidFill>
                            <a:srgbClr val="000000"/>
                          </a:solidFill>
                          <a:latin typeface="Roboto"/>
                        </a:rPr>
                        <a:t>Access follows role + field-value security rules.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2" sz="850">
                          <a:solidFill>
                            <a:srgbClr val="000000"/>
                          </a:solidFill>
                          <a:latin typeface="Roboto"/>
                        </a:rPr>
                        <a:t>Direct record access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2" sz="850">
                          <a:solidFill>
                            <a:srgbClr val="000000"/>
                          </a:solidFill>
                          <a:latin typeface="Roboto"/>
                        </a:rPr>
                        <a:t>ACL is enforced even on direct access.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TC-006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5" sz="850">
                          <a:solidFill>
                            <a:srgbClr val="000000"/>
                          </a:solidFill>
                          <a:latin typeface="Roboto"/>
                        </a:rPr>
                        <a:t>Field value changed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Access reflects the updated field value.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6f9">
                        <a:alpha val="100000"/>
                      </a:srgbClr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18" sz="850">
                          <a:solidFill>
                            <a:srgbClr val="000000"/>
                          </a:solidFill>
                          <a:latin typeface="Roboto"/>
                        </a:rPr>
                        <a:t>TC-007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Negative/bypass attempt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609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Restricted record remains protected.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59690" algn="l">
                        <a:lnSpc>
                          <a:spcPts val="850"/>
                        </a:lnSpc>
                      </a:pPr>
                      <a:r>
                        <a:rPr spc="-10" sz="85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3900" y="3370579"/>
            <a:ext cx="59550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50">
                <a:solidFill>
                  <a:srgbClr val="000000"/>
                </a:solidFill>
                <a:latin typeface="Roboto"/>
              </a:rPr>
              <a:t>The uploaded UAT template specifically calls for test case ID, scenario, test steps, expected result, actual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540760"/>
            <a:ext cx="280162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950">
                <a:solidFill>
                  <a:srgbClr val="000000"/>
                </a:solidFill>
                <a:latin typeface="Roboto"/>
              </a:rPr>
              <a:t>and Pass/Fail status. </a:t>
            </a:r>
            <a:r>
              <a:rPr spc="471" sz="950">
                <a:solidFill>
                  <a:srgbClr val="000000"/>
                </a:solidFill>
                <a:latin typeface="Roboto"/>
              </a:rPr>
              <a:t>I</a:t>
            </a:r>
            <a:r>
              <a:rPr spc="-19" sz="950">
                <a:solidFill>
                  <a:srgbClr val="000000"/>
                </a:solidFill>
                <a:latin typeface="Roboto"/>
              </a:rPr>
              <a:t>filecite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-14" sz="950">
                <a:solidFill>
                  <a:srgbClr val="000000"/>
                </a:solidFill>
                <a:latin typeface="Roboto"/>
              </a:rPr>
              <a:t>turn0file0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9" sz="950">
                <a:solidFill>
                  <a:srgbClr val="000000"/>
                </a:solidFill>
                <a:latin typeface="Roboto"/>
              </a:rPr>
              <a:t>L18-L28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2140" y="10288270"/>
            <a:ext cx="1256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00">
                <a:solidFill>
                  <a:srgbClr val="000000"/>
                </a:solidFill>
                <a:latin typeface="Roboto"/>
              </a:rPr>
              <a:t>Script Control ACL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699770"/>
            <a:ext cx="1620520" cy="215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b="1" sz="1700">
                <a:solidFill>
                  <a:srgbClr val="000000"/>
                </a:solidFill>
                <a:latin typeface="Roboto"/>
              </a:rPr>
              <a:t>8. Bug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9580" y="1033780"/>
          <a:ext cx="6659878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480"/>
                <a:gridCol w="1512570"/>
                <a:gridCol w="2339340"/>
                <a:gridCol w="1008379"/>
                <a:gridCol w="1007109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41" b="1" sz="800">
                          <a:solidFill>
                            <a:srgbClr val="FFFFFF"/>
                          </a:solidFill>
                          <a:latin typeface="Roboto"/>
                        </a:rPr>
                        <a:t>Bug 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5b2b6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31" b="1" sz="800">
                          <a:solidFill>
                            <a:srgbClr val="FFFFFF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5b2b6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2" b="1" sz="800">
                          <a:solidFill>
                            <a:srgbClr val="FFFFFF"/>
                          </a:solidFill>
                          <a:latin typeface="Roboto"/>
                        </a:rPr>
                        <a:t>Steps to Reproduce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5b2b6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36" b="1" sz="800">
                          <a:solidFill>
                            <a:srgbClr val="FFFFFF"/>
                          </a:solidFill>
                          <a:latin typeface="Roboto"/>
                        </a:rPr>
                        <a:t>Severity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5b2b6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25" b="1" sz="800">
                          <a:solidFill>
                            <a:srgbClr val="FFFFFF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5b2b6e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24" sz="800">
                          <a:solidFill>
                            <a:srgbClr val="000000"/>
                          </a:solidFill>
                          <a:latin typeface="Roboto"/>
                        </a:rPr>
                        <a:t>BG-001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-5" sz="800">
                          <a:solidFill>
                            <a:srgbClr val="000000"/>
                          </a:solidFill>
                          <a:latin typeface="Roboto"/>
                        </a:rPr>
                        <a:t>Incorrect access decision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algn="ctr">
                        <a:lnSpc>
                          <a:spcPts val="800"/>
                        </a:lnSpc>
                      </a:pPr>
                      <a:r>
                        <a:rPr spc="14" sz="800">
                          <a:solidFill>
                            <a:srgbClr val="000000"/>
                          </a:solidFill>
                          <a:latin typeface="Roboto"/>
                        </a:rPr>
                        <a:t>1. Open record 2. Check field value 3. Verify acc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0" algn="l">
                        <a:lnSpc>
                          <a:spcPts val="800"/>
                        </a:lnSpc>
                      </a:pPr>
                      <a:r>
                        <a:rPr spc="-47" sz="800">
                          <a:solidFill>
                            <a:srgbClr val="000000"/>
                          </a:solidFill>
                          <a:latin typeface="Roboto"/>
                        </a:rPr>
                        <a:t>essLow/Med/High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4" sz="800">
                          <a:solidFill>
                            <a:srgbClr val="000000"/>
                          </a:solidFill>
                          <a:latin typeface="Roboto"/>
                        </a:rPr>
                        <a:t>Open/In Progress/Cl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24" sz="800">
                          <a:solidFill>
                            <a:srgbClr val="000000"/>
                          </a:solidFill>
                          <a:latin typeface="Roboto"/>
                        </a:rPr>
                        <a:t>BG-002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6f0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3660" algn="l">
                        <a:lnSpc>
                          <a:spcPts val="800"/>
                        </a:lnSpc>
                      </a:pPr>
                      <a:r>
                        <a:rPr spc="7" sz="800">
                          <a:solidFill>
                            <a:srgbClr val="000000"/>
                          </a:solidFill>
                          <a:latin typeface="Roboto"/>
                        </a:rPr>
                        <a:t>ACL bypass observed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6f0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1" sz="800">
                          <a:solidFill>
                            <a:srgbClr val="000000"/>
                          </a:solidFill>
                          <a:latin typeface="Roboto"/>
                        </a:rPr>
                        <a:t>1. Attempt direct access 2. Verify restriction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6f0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23" sz="800">
                          <a:solidFill>
                            <a:srgbClr val="000000"/>
                          </a:solidFill>
                          <a:latin typeface="Roboto"/>
                        </a:rPr>
                        <a:t>Low/Med/High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6f0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72390" algn="l">
                        <a:lnSpc>
                          <a:spcPts val="800"/>
                        </a:lnSpc>
                      </a:pPr>
                      <a:r>
                        <a:rPr spc="-4" sz="800">
                          <a:solidFill>
                            <a:srgbClr val="000000"/>
                          </a:solidFill>
                          <a:latin typeface="Roboto"/>
                        </a:rPr>
                        <a:t>Open/In Progress/Cl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6f0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3900" y="1995170"/>
            <a:ext cx="226822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700">
                <a:solidFill>
                  <a:srgbClr val="000000"/>
                </a:solidFill>
                <a:latin typeface="Roboto"/>
              </a:rPr>
              <a:t>9.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57120"/>
            <a:ext cx="42202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Authorized records are accessible when the field condition is satisfied.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636520"/>
            <a:ext cx="47383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Restricted records cannot be accessed when the field condition is not satisfied.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915920"/>
            <a:ext cx="32562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Null/blank values follow the documented security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195320"/>
            <a:ext cx="3575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ACL behavior is consistent across supported access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474720"/>
            <a:ext cx="34937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• No unintended privilege escalation or bypass is observed.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754120"/>
            <a:ext cx="33083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• All planned UAT cases are executed and documented.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77970"/>
            <a:ext cx="117602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700">
                <a:solidFill>
                  <a:srgbClr val="000000"/>
                </a:solidFill>
                <a:latin typeface="Roboto"/>
              </a:rPr>
              <a:t>10.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439920"/>
            <a:ext cx="31064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1050">
                <a:solidFill>
                  <a:srgbClr val="000000"/>
                </a:solidFill>
                <a:latin typeface="Roboto"/>
              </a:rPr>
              <a:t>Tester Name:</a:t>
            </a:r>
            <a:r>
              <a:rPr spc="107" sz="1050">
                <a:solidFill>
                  <a:srgbClr val="000000"/>
                </a:solidFill>
                <a:latin typeface="Roboto"/>
              </a:rPr>
              <a:t> 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719320"/>
            <a:ext cx="25946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050">
                <a:solidFill>
                  <a:srgbClr val="000000"/>
                </a:solidFill>
                <a:latin typeface="Roboto"/>
              </a:rPr>
              <a:t>Date:</a:t>
            </a:r>
            <a:r>
              <a:rPr spc="107" sz="1050">
                <a:solidFill>
                  <a:srgbClr val="000000"/>
                </a:solidFill>
                <a:latin typeface="Roboto"/>
              </a:rPr>
              <a:t> 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998720"/>
            <a:ext cx="292100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050">
                <a:solidFill>
                  <a:srgbClr val="000000"/>
                </a:solidFill>
                <a:latin typeface="Roboto"/>
              </a:rPr>
              <a:t>Signature:</a:t>
            </a:r>
            <a:r>
              <a:rPr spc="107" sz="1050">
                <a:solidFill>
                  <a:srgbClr val="000000"/>
                </a:solidFill>
                <a:latin typeface="Roboto"/>
              </a:rPr>
              <a:t> 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275580"/>
            <a:ext cx="520446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950">
                <a:solidFill>
                  <a:srgbClr val="000000"/>
                </a:solidFill>
                <a:latin typeface="Roboto"/>
              </a:rPr>
              <a:t>The uploaded UAT template also recommends detailed feedback and sign-off before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445760"/>
            <a:ext cx="164846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1" sz="950">
                <a:solidFill>
                  <a:srgbClr val="000000"/>
                </a:solidFill>
                <a:latin typeface="Roboto"/>
              </a:rPr>
              <a:t>I</a:t>
            </a:r>
            <a:r>
              <a:rPr spc="-19" sz="950">
                <a:solidFill>
                  <a:srgbClr val="000000"/>
                </a:solidFill>
                <a:latin typeface="Roboto"/>
              </a:rPr>
              <a:t>filecite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-14" sz="950">
                <a:solidFill>
                  <a:srgbClr val="000000"/>
                </a:solidFill>
                <a:latin typeface="Roboto"/>
              </a:rPr>
              <a:t>turn0file0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  <a:r>
              <a:rPr spc="9" sz="950">
                <a:solidFill>
                  <a:srgbClr val="000000"/>
                </a:solidFill>
                <a:latin typeface="Roboto"/>
              </a:rPr>
              <a:t>L50-L59</a:t>
            </a:r>
            <a:r>
              <a:rPr spc="461" sz="95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1010" y="5876290"/>
            <a:ext cx="155828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b="1" sz="2400">
                <a:solidFill>
                  <a:srgbClr val="000000"/>
                </a:solidFill>
                <a:latin typeface="Roboto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2140" y="10288270"/>
            <a:ext cx="1256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800">
                <a:solidFill>
                  <a:srgbClr val="000000"/>
                </a:solidFill>
                <a:latin typeface="Roboto"/>
              </a:rPr>
              <a:t>Script Control ACL • Page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